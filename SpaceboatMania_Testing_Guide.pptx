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5B9BD5"/>
                </a:solidFill>
                <a:latin typeface="Segoe UI"/>
              </a:defRPr>
            </a:pPr>
            <a:r>
              <a:t>SpaceboatMania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Segoe UI"/>
              </a:defRPr>
            </a:pPr>
            <a:r>
              <a:t>Testing Guide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Segoe UI"/>
              </a:defRPr>
            </a:pPr>
            <a:r>
              <a:t>Build and test one canonical authored pack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Target route:  main_menu → new game → space → planet POI → atmosphere → landing region → rooms → combat → MV return → atmosphere → 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What This Guide Proves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Pack creation and pack-aware saves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Authored player, attack, projectile, item, equipment data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Authored UI screens matching the contract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Authored systems, realms, regions, and MV rooms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Authored entities and behaviors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Authored dialogue, shops, and triggers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Save/load and failure recovery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54"/>
                </a:solidFill>
                <a:latin typeface="Segoe UI"/>
              </a:defRPr>
            </a:pPr>
            <a:r>
              <a:t>Source of Truth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FFA554"/>
              </a:buClr>
            </a:pPr>
            <a:r>
              <a:t>If editor exposes something not in SUPPORTED_FEATURES.md → bug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FFA554"/>
              </a:buClr>
            </a:pPr>
            <a:r>
              <a:t>If save/pack validation rejects data → blocking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FFA554"/>
              </a:buClr>
            </a:pPr>
            <a:r>
              <a:t>If runtime disagrees with contract after validation → runtime bug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FFA554"/>
              </a:buClr>
            </a:pPr>
            <a:r>
              <a:t>Don't work around validator failures by editing JSON manually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66"/>
                </a:solidFill>
                <a:latin typeface="Segoe UI"/>
              </a:defRPr>
            </a:pPr>
            <a: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4805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FFD966"/>
              </a:buClr>
            </a:pPr>
            <a:r>
              <a:t>Project root: D:/spacegame2/project.godot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FFD966"/>
              </a:buClr>
            </a:pPr>
            <a:r>
              <a:t>Use one fresh pack name (e.g. "golden_path")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FFD966"/>
              </a:buClr>
            </a:pPr>
            <a:r>
              <a:t>Have a Godot 4.x executable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Validation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966"/>
                </a:solidFill>
                <a:latin typeface="Segoe UI"/>
              </a:defRPr>
            </a:pPr>
            <a:r>
              <a:t>Run these before AND during playtesting — not only at 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Pack validation: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scadia Mono"/>
              </a:defRPr>
            </a:pPr>
            <a:r>
              <a:t>powershell -ExecutionPolicy Bypass -File .\tools\validate_ui_contract.ps1 -PackId golden_path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Smoke-pack validation: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scadia Mono"/>
              </a:defRPr>
            </a:pPr>
            <a:r>
              <a:t>powershell -ExecutionPolicy Bypass -File .\tools\validate_ui_contract.ps1 -SmokePack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Doc drift check: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scadia Mono"/>
              </a:defRPr>
            </a:pPr>
            <a:r>
              <a:t>powershell -ExecutionPolicy Bypass -File .\tools\validate_ui_contract.ps1 -SyncDocs -CheckDocs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Custom Godot path: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scadia Mono"/>
              </a:defRPr>
            </a:pPr>
            <a:r>
              <a:t>powershell -ExecutionPolicy Bypass -File .\tools\validate_ui_contract.ps1 -GodotBin "C:\path\to\godot.exe" -PackId golden_path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What pack validation checks: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Authored UI screens &amp; input-map targets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Pack manifest references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System / POI / realm / room references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Room dimensions, doors,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257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Trigger, dialogue, shop references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Entity / behavior references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Player-content cross references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Attack, projectile, item, equipment, ability links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1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Phase 1: Create The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From the main menu, click Editor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Create a new pack — e.g. "golden_path"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Confirm the suite shell opens on Campaign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Expected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Authored data root exists under user://Packs/&lt;pack&gt;/</a:t>
            </a: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Top tabs: Campaign, Objects, World, Triggers, UI + FX, Audio, Playtest</a:t>
            </a: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Seeded authored UI screens under user://Packs/&lt;pack&gt;/UI/screens/</a:t>
            </a: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Default input_map.json present under user://Packs/&lt;pack&gt;/UI/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CF7E"/>
                </a:solidFill>
                <a:latin typeface="Segoe UI"/>
              </a:defRPr>
            </a:pPr>
            <a:r>
              <a:t>Exit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Pack directory structure created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All 7 tabs visible in editor suite shell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Seeded UI screens exist on disk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2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Phase 2: Author The Player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Suite path:  Objects → Player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Minimum Viable Player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Pose/sprite data: idle, run, jump, one attack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collision_width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hurtbox_x, hurtbox_y, hurtbox_w, hurtbox_h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weapon_anchor_x, weapon_anchor_y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Minimum Content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Attack: "blaster_basic"</a:t>
            </a:r>
          </a:p>
          <a:p>
            <a:pPr>
              <a:spcAft>
                <a:spcPts val="8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Charged attack: "blaster_charged"</a:t>
            </a:r>
          </a:p>
          <a:p>
            <a:pPr>
              <a:spcAft>
                <a:spcPts val="8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Projectile: "bolt_basic"</a:t>
            </a:r>
          </a:p>
          <a:p>
            <a:pPr>
              <a:spcAft>
                <a:spcPts val="8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Item: "medkit"</a:t>
            </a:r>
          </a:p>
          <a:p>
            <a:pPr>
              <a:spcAft>
                <a:spcPts val="8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Equipment: "starter_blaster"</a:t>
            </a:r>
          </a:p>
          <a:p>
            <a:pPr>
              <a:spcAft>
                <a:spcPts val="8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Ability: "double_jump"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CF7E"/>
                </a:solidFill>
                <a:latin typeface="Segoe UI"/>
              </a:defRPr>
            </a:pPr>
            <a:r>
              <a:t>Exit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5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Player content saves cleanly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Attack → projectile links validate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Charged attack → attack links validate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Equipment → attack/ability links validate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Item effects within the supported effect surface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3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Phase 3: Author The Starting 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Suite path:  Campaign → Starting 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Author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1 starting ship template ("starter_shuttle")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1 valid core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 minimal module layout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1 starter combat module for opening space 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Also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Ship builder opens from the suite shell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Ship save persists after close/reopen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Test Fly launches the actual space runtime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Defeat during Test Fly recovers without losing ship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CF7E"/>
                </a:solidFill>
                <a:latin typeface="Segoe UI"/>
              </a:defRPr>
            </a:pPr>
            <a:r>
              <a:t>Exit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5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Pack manifest points at a real starting ship template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Ship loads without fallback/default junk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Builder save and reload round-trip correctly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4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Phase 4: Author The Minimal UI Slice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Suite path:  UI + FX → UI + Cinematics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Required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main_menu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new_game, load_game, quit_game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hud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78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HP bar → player.hp/max_hp, weapon label → current_weapon.name, NO buttons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15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resume, save_game, quit_to_menu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7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844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tab bar, one list/grid, close button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More Screens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75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item list → shop.items, buy/sell if needed,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dialogue_box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78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speaker label, text area, choice list → choose_dialogue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game_over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815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load_game or load_slot, quit_to_menu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7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Segoe UI"/>
              </a:defRPr>
            </a:pPr>
            <a:r>
              <a:t>map / boss_intro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844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optional but supported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66"/>
                </a:solidFill>
                <a:latin typeface="Segoe UI"/>
              </a:defRPr>
            </a:pPr>
            <a:r>
              <a:t>TIP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434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66"/>
                </a:solidFill>
                <a:latin typeface="Segoe UI"/>
              </a:defRPr>
            </a:pPr>
            <a:r>
              <a:t>For art-driven buttons: use the "..." picker on sprite_source,</a:t>
            </a:r>
            <a:br/>
            <a:r>
              <a:t>sprite_normal, sprite_hover, sprite_pressed. Use IMPORT in the</a:t>
            </a:r>
            <a:br/>
            <a:r>
              <a:t>texture picker for pack-local PNGs. Leave hover/pressed blank to reuse normal.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CF7E"/>
                </a:solidFill>
                <a:latin typeface="Segoe UI"/>
              </a:defRPr>
            </a:pPr>
            <a:r>
              <a:t>Exit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4067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Every required screen saves without validation errors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Bindings match SUPPORTED_FEATURES.md contract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No HUD button/item actions authored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Button triggers wired through ui_button / fire_event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5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Phase 5: Author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Suite paths:  World → Systems + Planets  |  World → Realm +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D5"/>
                </a:solidFill>
                <a:latin typeface="Cascadia Mono"/>
              </a:defRPr>
            </a:pPr>
            <a:r>
              <a:t>Pack → System → Realm → Region → MV Rooms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Author Exactly One Slice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1 system, 1 realm, 1 region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4–6 rooms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1 planet POI linking system to realm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Recommended Room 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start_room</a:t>
            </a: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hallway_a</a:t>
            </a: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item_room</a:t>
            </a: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shop_room</a:t>
            </a: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gate_room</a:t>
            </a: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boss_room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Setup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POI realm = your test realm id</a:t>
            </a:r>
          </a:p>
          <a:p>
            <a:pPr>
              <a:spcAft>
                <a:spcPts val="5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Leave "Pack Override" blank (unless testing cross-pack)</a:t>
            </a:r>
          </a:p>
          <a:p>
            <a:pPr>
              <a:spcAft>
                <a:spcPts val="5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Leave "Spawn Room" blank for canonical path</a:t>
            </a:r>
          </a:p>
          <a:p>
            <a:pPr>
              <a:spcAft>
                <a:spcPts val="5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Set valid start_region on the realm</a:t>
            </a:r>
          </a:p>
          <a:p>
            <a:pPr>
              <a:spcAft>
                <a:spcPts val="5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Set atmosphere ground/structure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CF7E"/>
                </a:solidFill>
                <a:latin typeface="Segoe UI"/>
              </a:defRPr>
            </a:pPr>
            <a:r>
              <a:t>Exit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System / realm / region / room references all validate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Door targets are real rooms  •  POI → realm link validates  •  Region start room resolves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6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Phase 6: Environment Authoring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For Each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Paint enough tiles to navigate</a:t>
            </a:r>
          </a:p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Add solid collision</a:t>
            </a:r>
          </a:p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Add one hazard somewhere useful</a:t>
            </a:r>
          </a:p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Set room metadata cleanly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Recommended Room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scadia Mono"/>
              </a:defRPr>
            </a:pPr>
            <a:r>
              <a:t>start_room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Safe intro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scadia Mono"/>
              </a:defRPr>
            </a:pPr>
            <a:r>
              <a:t>hallway_a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Traversal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scadia Mono"/>
              </a:defRPr>
            </a:pPr>
            <a:r>
              <a:t>item_room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Progression pickup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scadia Mono"/>
              </a:defRPr>
            </a:pPr>
            <a:r>
              <a:t>shop_room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Dialogue / shop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scadia Mono"/>
              </a:defRPr>
            </a:pPr>
            <a:r>
              <a:t>gate_room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Progression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Cascadia Mono"/>
              </a:defRPr>
            </a:pPr>
            <a:r>
              <a:t>boss_room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Combat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CF7E"/>
                </a:solidFill>
                <a:latin typeface="Segoe UI"/>
              </a:defRPr>
            </a:pPr>
            <a:r>
              <a:t>Exit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Room data round-trips through the environment tooling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Collision works  •  Hazards work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Room metadata saves and reloads correctly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7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Phase 7: Entity And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1 enemy definition — "crawler_basic"</a:t>
            </a:r>
          </a:p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1 behavior tree — "crawler_patrol"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Entity Must Define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hp</a:t>
            </a:r>
          </a:p>
          <a:p>
            <a:pPr>
              <a:spcAft>
                <a:spcPts val="6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contact_damage</a:t>
            </a:r>
          </a:p>
          <a:p>
            <a:pPr>
              <a:spcAft>
                <a:spcPts val="6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contact_cooldown</a:t>
            </a:r>
          </a:p>
          <a:p>
            <a:pPr>
              <a:spcAft>
                <a:spcPts val="6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move_speed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Place the entity in boss_room or a dedicated combat room.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CF7E"/>
                </a:solidFill>
                <a:latin typeface="Segoe UI"/>
              </a:defRPr>
            </a:pPr>
            <a:r>
              <a:t>Exit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Entity → behavior reference validates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Room placement references a real entity id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Runtime enemy contact/combat uses authored data, not hardcoded fallback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8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Phase 8: Dialogue, Shop, Trigger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66"/>
                </a:solidFill>
                <a:latin typeface="Segoe UI"/>
              </a:defRPr>
            </a:pPr>
            <a:r>
              <a:t>Build one connected chain — not disconnected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Recommended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1. In shop_room, NPC starts dialogue "shopkeep_intro"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2. Dialogue branches on item / ability / flag / variable condition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3. Dialogue can open a shop or fire a trigger event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4. Shop sells "medkit" and optionally one progression item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5. Trigger in gate_room checks the progression condition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6. One authored return interaction exits MV back to atmosphere overworld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Authored Return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Add an interactable in one MV room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On interact, fire trigger action "return_to_overworld"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Leave region_id, x, y blank for default test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CF7E"/>
                </a:solidFill>
                <a:latin typeface="Segoe UI"/>
              </a:defRPr>
            </a:pPr>
            <a:r>
              <a:t>Exit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Dialogue / shop / trigger validation passes  •  No dangling IDs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Shop item references are real authored items  •  Return path reaches atmosphere overworld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9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Phase 9: Save / Load /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Add one clear save/checkpoint moment in the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At Minimum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A save action exists in reachable UI</a:t>
            </a:r>
          </a:p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The authored run can be resumed without manual data edits</a:t>
            </a:r>
          </a:p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Game over can recover through the authored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Recommended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Pause-menu save / load</a:t>
            </a:r>
          </a:p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Main-menu load slot path</a:t>
            </a:r>
          </a:p>
          <a:p>
            <a:pPr>
              <a:spcAft>
                <a:spcPts val="1000"/>
              </a:spcAft>
              <a:defRPr sz="17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Game-over load slot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ECF7E"/>
                </a:solidFill>
                <a:latin typeface="Segoe UI"/>
              </a:defRPr>
            </a:pPr>
            <a:r>
              <a:t>Exit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5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Save/load works from reachable authored UI</a:t>
            </a:r>
          </a:p>
          <a:p>
            <a:pPr>
              <a:spcAft>
                <a:spcPts val="600"/>
              </a:spcAft>
              <a:defRPr sz="1400" b="0">
                <a:solidFill>
                  <a:srgbClr val="7ECF7E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Game-over recovery is real, not editor-only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10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Phase 10: Validate Before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Before any serious manual play pass: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Run pack validation</a:t>
            </a:r>
          </a:p>
          <a:p>
            <a:pPr>
              <a:spcAft>
                <a:spcPts val="1000"/>
              </a:spcAft>
              <a:defRPr sz="1700" b="1">
                <a:solidFill>
                  <a:srgbClr val="E86B6B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Treat every error as BLOCKING</a:t>
            </a:r>
          </a:p>
          <a:p>
            <a:pPr>
              <a:spcAft>
                <a:spcPts val="1000"/>
              </a:spcAft>
              <a:defRPr sz="1700" b="1">
                <a:solidFill>
                  <a:srgbClr val="FFD966"/>
                </a:solidFill>
                <a:latin typeface="Segoe UI"/>
              </a:defRPr>
              <a:buChar char="•"/>
              <a:buClr>
                <a:srgbClr val="5B9BD5"/>
              </a:buClr>
            </a:pPr>
            <a:r>
              <a:t>Treat every warning as suspect until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Common UI Validation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Unknown screen ids in UI/input_map.json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Unsupported bindings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Unsupported actions for a given host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Invalid open_screen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383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Missing required action_args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Non-integer args for load_slot or choose_dialogue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Target screen reference that doesn't exist in pack yet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Manual Play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11 of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1.  Authored main menu appears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2.  new_game starts the authored pack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3.  Authored starting ship loads in space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4.  HUD bindings show live values (no placeholders)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5.  Space flight is playable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6.  Planet POI enters atmosphere overworld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7.  Atmosphere ground content renders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8.  Atmosphere billboards/structures placed correctly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9.  Landing enters region start room in MV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10. Player can move, jump, attack (authored data)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11. Authored attack/projectile behavior occurs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12. Inventory opens and shows authored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13. Room transitions work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14. Hazard damage works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15. Enemy contact/combat works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16. Dialogue opens and branches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17. Shop opens and buying works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18. Gate logic respects authored state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19. MV return interaction exits to atmosphere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20. Atmosphere exit returns to space cleanly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21. Pause menu works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22. Save/load works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23. Game-over flow works if triggered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9BD5"/>
                </a:solidFill>
                <a:latin typeface="Segoe UI"/>
              </a:defRPr>
            </a:pPr>
            <a:r>
              <a:t>Recording Failures &amp;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Step 12 of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B6B"/>
                </a:solidFill>
                <a:latin typeface="Segoe UI"/>
              </a:defRPr>
            </a:pPr>
            <a:r>
              <a:t>For Every Failure,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Pack id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Phase of the run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Which editor authored the data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Which file or content id was involved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What you expected vs what happened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Should save validation have caught it?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Should pack validation have caught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54"/>
                </a:solidFill>
                <a:latin typeface="Segoe UI"/>
              </a:defRPr>
            </a:pPr>
            <a:r>
              <a:t>High-Value Bugs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FFA554"/>
              </a:buClr>
            </a:pPr>
            <a:r>
              <a:t>Runtime failures that should have been rejected at save time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FFA554"/>
              </a:buClr>
            </a:pPr>
            <a:r>
              <a:t>Runtime failures that should have been caught by pack validation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FFA554"/>
              </a:buClr>
            </a:pPr>
            <a:r>
              <a:t>Doc claims that the code does not actually honor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F7E"/>
                </a:solidFill>
                <a:latin typeface="Segoe UI"/>
              </a:defRPr>
            </a:pPr>
            <a:r>
              <a:t>Success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Canonical pack created entirely through pack-aware tools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Validation passes without unexplained errors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Authored run is playable E2E across space, atmosphere, and MV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UI screens obey the published contract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Docs and runtime behavior match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7ECF7E"/>
              </a:buClr>
            </a:pPr>
            <a:r>
              <a:t>Remaining failures are narrow bugs, not systemic contract 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B6B"/>
                </a:solidFill>
                <a:latin typeface="Segoe UI"/>
              </a:defRPr>
            </a:pPr>
            <a:r>
              <a:t>What NOT To Do Yet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Build a large world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Polish visuals heavily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Create many enemies before one path is proven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Create many items/abilities before one progression path works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  <a:buChar char="•"/>
              <a:buClr>
                <a:srgbClr val="E86B6B"/>
              </a:buClr>
            </a:pPr>
            <a:r>
              <a:t>Rely on unsupported screen ids, bindings, or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